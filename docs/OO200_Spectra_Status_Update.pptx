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ID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8,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ID: dE/dx &amp; Mass vs Momentum</a:t>
            </a:r>
            <a:endParaRPr lang="en-US" sz="2800" dirty="0"/>
          </a:p>
        </p:txBody>
      </p:sp>
      <p:pic>
        <p:nvPicPr>
          <p:cNvPr id="4" name="Plot: PresentPID" descr="macros/PresentPID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PID plots -- dE/dx (TPC) and time-of-flight mass (BTOF) for pion, kaon, and proton tracks.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2444"/>
            <a:ext cx="8138160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bins: 0-5%, 5-10%, 10-20%, 20-40%, 40-80%, 80-100%.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in order to recover forward tracks;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relaxed cuts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loosened to 1cm as a variation, not yet production; the actual z-vertex cut is unchanged at +/-2cm.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14,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
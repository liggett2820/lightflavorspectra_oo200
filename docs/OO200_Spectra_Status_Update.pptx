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25"/>
    <p:sldId id="271" r:id="rId22"/>
    <p:sldId id="269" r:id="rId20"/>
    <p:sldId id="270" r:id="rId21"/>
    <p:sldId id="272" r:id="rId23"/>
    <p:sldId id="273" r:id="rId24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PID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Acceptance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EventQA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CalibrationQA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PhysicsOutput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NPG GROUP MEETING  •  WEDNESDAY, JULY 8,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π/K/p Spectra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Update: O+O Collisions &amp; Space Radiation Physics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</a:t>
            </a:r>
            <a:endParaRPr lang="en-US" sz="1400" dirty="0"/>
          </a:p>
        </p:txBody>
      </p:sp>
      <p:pic>
        <p:nvPicPr>
          <p:cNvPr id="6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7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ID: dE/dx &amp; Mass vs Momentum</a:t>
            </a:r>
            <a:endParaRPr lang="en-US" sz="2800" dirty="0"/>
          </a:p>
        </p:txBody>
      </p:sp>
      <p:pic>
        <p:nvPicPr>
          <p:cNvPr id="4" name="Plot: PresentPID" descr="macros/PresentPID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703" y="1210000"/>
            <a:ext cx="6186593" cy="327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PID plots -- dE/dx (TPC) and time-of-flight mass (BTOF) for pion, kaon, and proton tracks.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8,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Acceptance: y &amp; Eta vs pT</a:t>
            </a:r>
            <a:endParaRPr lang="en-US" sz="2800" dirty="0"/>
          </a:p>
        </p:txBody>
      </p:sp>
      <p:pic>
        <p:nvPicPr>
          <p:cNvPr id="4" name="Plot: PresentAcceptance" descr="macros/PresentAcceptance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92444"/>
            <a:ext cx="8138160" cy="2765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30000"/>
            <a:ext cx="81381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where the detector has rapidity-pT coverage -- explains which fitted-spectra bins end up empty.</a:t>
            </a:r>
            <a:endParaRPr lang="en-US" sz="13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8,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QA: Vertex, Multiplicity, Centrality</a:t>
            </a:r>
            <a:endParaRPr lang="en-US" sz="2800" dirty="0"/>
          </a:p>
        </p:txBody>
      </p:sp>
      <p:pic>
        <p:nvPicPr>
          <p:cNvPr id="4" name="Plot: PresentEventQA" descr="macros/PresentEventQA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703" y="1210000"/>
            <a:ext cx="6186593" cy="327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event sample looks reasonable before trusting any physics built on top of it.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8,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QA: dE/dx vs Bichsel Prediction</a:t>
            </a:r>
            <a:endParaRPr lang="en-US" sz="2800" dirty="0"/>
          </a:p>
        </p:txBody>
      </p:sp>
      <p:pic>
        <p:nvPicPr>
          <p:cNvPr id="4" name="Plot: PresentCalibrationQA" descr="macros/PresentCalibrationQA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391" y="1250000"/>
            <a:ext cx="6929217" cy="28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30000"/>
            <a:ext cx="81381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that the Bichsel-curve dE/dx prediction lines up with the data at each Vz calibration slice.</a:t>
            </a:r>
            <a:endParaRPr lang="en-US" sz="13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8,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Yield: y vs mT-m0 (Pre-Fit)</a:t>
            </a:r>
            <a:endParaRPr lang="en-US" sz="2800" dirty="0"/>
          </a:p>
        </p:txBody>
      </p:sp>
      <p:pic>
        <p:nvPicPr>
          <p:cNvPr id="4" name="Plot: PresentPhysicsOutput" descr="macros/PresentPhysicsOutput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391" y="1250000"/>
            <a:ext cx="6929217" cy="28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30000"/>
            <a:ext cx="81381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input ZFitter fits bin-by-bin -- not a result yet, just the starting point for the spectra.</a:t>
            </a:r>
            <a:endParaRPr lang="en-US" sz="13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8,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UPDATES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Key Updates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7008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86968" y="1557008"/>
            <a:ext cx="359359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Centrality: 6-bin scheme, periphery restored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86968" y="1927848"/>
            <a:ext cx="3593592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the 80-100% peripheral bin (previously dropped); all downstream macros updated to match.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557008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38928" y="1557008"/>
            <a:ext cx="359359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quality: NHitsFit &amp; NHitsMax QA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138928" y="1927848"/>
            <a:ext cx="3593592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the graduated split-track cut (fitMaxRatio=0.52), fixing an all-or-nothing integer-division bug found via QA.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17848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3017848"/>
            <a:ext cx="359359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 &amp; vertex: relaxed cuts under test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6968" y="3388688"/>
            <a:ext cx="3593592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 loosened to 1cm as a variation, not yet production; the actual z-vertex cut is unchanged at +/-2cm.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3017848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38928" y="3017848"/>
            <a:ext cx="359359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3388688"/>
            <a:ext cx="3593592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50" dirty="0"/>
          </a:p>
        </p:txBody>
      </p:sp>
      <p:pic>
        <p:nvPicPr>
          <p:cNvPr id="1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2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14,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π/K/p Spectra Analysis -- Status Update</dc:title>
  <dc:subject>PptxGenJS Presentation</dc:subject>
  <dc:creator>Andrew Liggett</dc:creator>
  <cp:lastModifiedBy>Andrew Liggett</cp:lastModifiedBy>
  <cp:revision>1</cp:revision>
  <dcterms:created xsi:type="dcterms:W3CDTF">2026-07-03T21:54:30Z</dcterms:created>
  <dcterms:modified xsi:type="dcterms:W3CDTF">2026-07-03T21:54:30Z</dcterms:modified>
</cp:coreProperties>
</file>
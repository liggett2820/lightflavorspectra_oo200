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22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 BINNING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the Periphery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6-bin scheme now in production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Edges {44,37,28,17,5,0} on refMult give 0-5/5-10/10-20/20-40/40-80/80-100% bins.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80-100% peripheral bin restored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previous scheme silently dropped the most peripheral events; they're counted now.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Downstream macros kept in sync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RunZFitter.C, RunRawSpectraModifier.C, and RunSpectraFitter.C all bumped their hardcoded bin count from 5 to 6.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overlay updated to match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PresentEventQA.C's refMult cut-line overlay now draws all 6 current edges, replacing a stale 5-bin overlay.</a:t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13,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&amp; NHitsMax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side-by-side QA plot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PresentNHitsEta.C now plots N_{hits}^{fit} and N_{hits}^{max} vs #eta together, to separate acceptance from cut effects.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post-iTPC geometry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dataset uses 72 padrows (40 inner + 32 outer), not the pre-upgrade 45; histogram binning widened 0-50 to 0-80 to stop clipping.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loosened as a variation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Lowered 20 to 10 to test forward-track recovery -- a systematic variation, not yet the validated production value.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TPC corner traced to acceptance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|#eta| combined with low p_{T} reduces both N_{hits}^{max} and N_{hits}^{fit} together -- geometric, not a cut artifact.</a:t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13, 2026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 Cuts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relaxed to 1 cm as a variation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SDCC-matched, validated value is 3 cm; the current 1 cm setting hasn't been re-verified against SDCC output.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Event-level z-vertex cut unchanged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cuts-&gt;setZRange(-2,2) in SetCutClass.C is untouched -- this is the actual event selection, not a display setting.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display window tightened only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PresentEventQA.C now zooms the z-vertex plot to +/-3cm for readability; it doesn't change the cut or drop any entries.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13,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
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scheme, periphery restored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the 80-100% peripheral bin (previously dropped); all downstream macros updated to match.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post-iTPC geometry (72 padrows); corner yield loss traced to acceptance, not a cut artifact.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
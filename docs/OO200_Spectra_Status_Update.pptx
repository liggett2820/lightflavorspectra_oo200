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7" r:id="rId28"/>
    <p:sldId id="278" r:id="rId29"/>
    <p:sldId id="279" r:id="rId30"/>
    <p:sldId id="280" r:id="rId31"/>
    <p:sldId id="281" r:id="rId32"/>
    <p:sldId id="275" r:id="rId2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5" Type="http://schemas.openxmlformats.org/officeDocument/2006/relationships/slide" Target="slides/slide23.xml"/><Relationship Id="rId26" Type="http://schemas.openxmlformats.org/officeDocument/2006/relationships/slide" Target="slides/slide24.xml"/>  
  <Relationship Id="rId28" Type="http://schemas.openxmlformats.org/officeDocument/2006/relationships/slide" Target="slides/slide26.xml"/>
  <Relationship Id="rId29" Type="http://schemas.openxmlformats.org/officeDocument/2006/relationships/slide" Target="slides/slide27.xml"/>
  <Relationship Id="rId30" Type="http://schemas.openxmlformats.org/officeDocument/2006/relationships/slide" Target="slides/slide28.xml"/>
  <Relationship Id="rId31" Type="http://schemas.openxmlformats.org/officeDocument/2006/relationships/slide" Target="slides/slide29.xml"/>
  <Relationship Id="rId32" Type="http://schemas.openxmlformats.org/officeDocument/2006/relationships/slide" Target="slides/slide30.xml"/>
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HitLossEta.png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NHitsMaxBySector.png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ScanNHitsMaxVsEta.pn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NHitsMaxStreaksZoom.png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THURSDAY, JULY 23,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3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3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vs eta anomaly explained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6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Hit-loss bump and ceiling/spikiness dip both traced to the TPC corner (|eta|~0.9) and inner/outer sector boundary (N_hits^max=40) -- full story on the next slides.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2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2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Sector-by-sector check rules out hardware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25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azimuthal TPC sectors show the identical trapezoid shape, confirming an eta-only geometric effect rather than a single bad sector.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1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86968" y="31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Charge-sign split test added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86968" y="34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eta_nHitsMax_chargePlus/chargeMinus pushed to PicoBinner.cxx to test whether the diagonal streaks are curvature-driven; pending SDCC rebuild + rerun.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Corrections Complete -- Next: mT-m0 Cuts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5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5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ZFitter + BTOF efficiency correction complete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8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to all three species -- pion, kaon, and proton -- including proton spectra, which weren't covered in yesterday's meeting.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9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9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Determine mT-m0 cuts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32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is picking the mT-m0 range for the finalized spectra fits, for pion, kaon, and proton alike.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Diagnosing the Hit-Loss Bump</a:t>
            </a:r>
            <a:endParaRPr lang="en-US" sz="2800" dirty="0"/>
          </a:p>
        </p:txBody>
      </p:sp>
      <p:pic>
        <p:nvPicPr>
          <p:cNvPr id="4" name="Plot: PresentHitLossEta" descr="macros/PresentHitLos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425" y="1210000"/>
            <a:ext cx="4369149" cy="3284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hit loss vs eta shows a non-monotonic double bump at |eta|~1.1 and 1.4, ruling out a uniform beampipe effect.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Check: Geometric, Not Hardware</a:t>
            </a:r>
            <a:endParaRPr lang="en-US" sz="2800" dirty="0"/>
          </a:p>
        </p:txBody>
      </p:sp>
      <p:pic>
        <p:nvPicPr>
          <p:cNvPr id="4" name="Plot: PresentNHitsMaxBySector" descr="macros/PresentNHitsMaxBySector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9331" y="1210000"/>
            <a:ext cx="6425336" cy="3284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N_hits^max vs eta, split into the 12 azimuthal (30-degree) TPC sectors -- all 12 show the same trapezoid shape, pointing to an eta-only geometric effect (e.g. barrel/endcap crossover) rather than a single bad sector.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 &amp; Spikiness vs Eta</a:t>
            </a:r>
            <a:endParaRPr lang="en-US" sz="2800" dirty="0"/>
          </a:p>
        </p:txBody>
      </p:sp>
      <p:pic>
        <p:nvPicPr>
          <p:cNvPr id="4" name="Plot: ScanNHitsMaxVsEta" descr="macros/ScanNHitsMaxV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4337" y="1210000"/>
            <a:ext cx="3042404" cy="2480000"/>
          </a:xfrm>
          <a:prstGeom prst="rect">
            <a:avLst/>
          </a:prstGeom>
        </p:spPr>
      </p:pic>
      <p:sp>
        <p:nvSpPr>
          <p:cNvPr id="5" name="Text caption"/>
          <p:cNvSpPr/>
          <p:nvPr/>
        </p:nvSpPr>
        <p:spPr>
          <a:xfrm>
            <a:off x="4650000" y="3740000"/>
            <a:ext cx="40368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kern="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&amp; spikiness vs eta -- TPC-corner and boundary markers shown.</a:t>
            </a:r>
            <a:endParaRPr lang="en-US" sz="1000" dirty="0"/>
          </a:p>
        </p:txBody>
      </p:sp>
      <p:sp>
        <p:nvSpPr>
          <p:cNvPr id="6" name="Text heading"/>
          <p:cNvSpPr/>
          <p:nvPr/>
        </p:nvSpPr>
        <p:spPr>
          <a:xfrm>
            <a:off x="502920" y="2000000"/>
            <a:ext cx="3934048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Story, End to End</a:t>
            </a:r>
            <a:endParaRPr lang="en-US" sz="1550" dirty="0"/>
          </a:p>
        </p:txBody>
      </p:sp>
      <p:sp>
        <p:nvSpPr>
          <p:cNvPr id="7" name="Text body"/>
          <p:cNvSpPr/>
          <p:nvPr/>
        </p:nvSpPr>
        <p:spPr>
          <a:xfrm>
            <a:off x="502920" y="2390000"/>
            <a:ext cx="3934048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ceiling (72 = 40 inner + 32 outer padrows, post-iTPC) holds flat to |eta|~1.0, smears through the corner transition, briefly shelves at the 40-hit inner-only boundary, then declines to the acceptance edge.</a:t>
            </a:r>
            <a:endParaRPr lang="en-US" sz="1250" dirty="0"/>
          </a:p>
        </p:txBody>
      </p:sp>
      <p:sp>
        <p:nvSpPr>
          <p:cNvPr id="8" name="Text question"/>
          <p:cNvSpPr/>
          <p:nvPr/>
        </p:nvSpPr>
        <p:spPr>
          <a:xfrm>
            <a:off x="457200" y="3990000"/>
            <a:ext cx="82296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measurements agree: the hit-loss bump and the ceiling-spikiness dip both center on the same eta region -- a strong cross-check for a real TPC-corner transition.</a:t>
            </a:r>
            <a:endParaRPr lang="en-US" sz="1400" dirty="0"/>
          </a:p>
        </p:txBody>
      </p:sp>
      <p:pic>
        <p:nvPicPr>
          <p:cNvPr id="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1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11" name="Text pagenum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" name="Text credit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the Diagonal Streaks?</a:t>
            </a:r>
            <a:endParaRPr lang="en-US" sz="2800" dirty="0"/>
          </a:p>
        </p:txBody>
      </p:sp>
      <p:pic>
        <p:nvPicPr>
          <p:cNvPr id="4" name="Zoomed crop: PresentNHitsEta (NHitsMax panel)" descr="Zoomed crop of macros/PresentNHitsEta.C output, middle pane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391" y="1210000"/>
            <a:ext cx="1800296" cy="2480000"/>
          </a:xfrm>
          <a:prstGeom prst="rect">
            <a:avLst/>
          </a:prstGeom>
        </p:spPr>
      </p:pic>
      <p:sp>
        <p:nvSpPr>
          <p:cNvPr id="5" name="Text caption"/>
          <p:cNvSpPr/>
          <p:nvPr/>
        </p:nvSpPr>
        <p:spPr>
          <a:xfrm>
            <a:off x="4650000" y="3740000"/>
            <a:ext cx="40368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kern="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Zoomed trapezoid edge: streaks beyond the ceiling line.</a:t>
            </a:r>
            <a:endParaRPr lang="en-US" sz="1000" dirty="0"/>
          </a:p>
        </p:txBody>
      </p:sp>
      <p:sp>
        <p:nvSpPr>
          <p:cNvPr id="6" name="Text heading"/>
          <p:cNvSpPr/>
          <p:nvPr/>
        </p:nvSpPr>
        <p:spPr>
          <a:xfrm>
            <a:off x="502920" y="2000000"/>
            <a:ext cx="3934048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Hypothesis</a:t>
            </a:r>
            <a:endParaRPr lang="en-US" sz="1550" dirty="0"/>
          </a:p>
        </p:txBody>
      </p:sp>
      <p:sp>
        <p:nvSpPr>
          <p:cNvPr id="7" name="Text body"/>
          <p:cNvSpPr/>
          <p:nvPr/>
        </p:nvSpPr>
        <p:spPr>
          <a:xfrm>
            <a:off x="502920" y="2390000"/>
            <a:ext cx="3934048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number of fixed TPC structural crossings (e.g. field-cage support ribs), each smeared from a vertical line into a diagonal streak by track curvature -- opposite-charge tracks bend oppositely, so they should cross the same boundary at a shifted eta.</a:t>
            </a:r>
            <a:endParaRPr lang="en-US" sz="1250" dirty="0"/>
          </a:p>
        </p:txBody>
      </p:sp>
      <p:sp>
        <p:nvSpPr>
          <p:cNvPr id="8" name="Text question"/>
          <p:cNvSpPr/>
          <p:nvPr/>
        </p:nvSpPr>
        <p:spPr>
          <a:xfrm>
            <a:off x="457200" y="3990000"/>
            <a:ext cx="82296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know of specific TPC structural features in this eta range -- beyond the corner and inner/outer boundary -- that could explain 2-3 distinct crossings?</a:t>
            </a:r>
            <a:endParaRPr lang="en-US" sz="1400" dirty="0"/>
          </a:p>
        </p:txBody>
      </p:sp>
      <p:pic>
        <p:nvPicPr>
          <p:cNvPr id="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1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11" name="Text pagenum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Text credit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Charge-Split Test: Confirming the Streak Hypothesis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5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5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Charge-split histograms added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8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eta_nHitsMax_chargePlus/chargeMinus added to PicoBinner.cxx and pushed to GitHub -- splits the NHitsMax ceiling by track charge sign to test the curvature hypothesis.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9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9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SDCC rebuild + rerun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32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bin/PicoBinner_cxx.so on SDCC, resubmit the PION job, then run CompareNHitsMaxByCharge.C locally -- if the streaks separate in eta between charge signs, that confirms curvature-driven boundary crossing.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
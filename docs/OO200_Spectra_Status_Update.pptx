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Eta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 &amp; Efficiency vs Eta</a:t>
            </a:r>
            <a:endParaRPr lang="en-US" sz="2800" dirty="0"/>
          </a:p>
        </p:txBody>
      </p:sp>
      <p:pic>
        <p:nvPicPr>
          <p:cNvPr id="4" name="Plot: PresentNHitsEta" descr="macros/PresentNHit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088" y="1210000"/>
            <a:ext cx="6985825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NHitsMax, and their ratio vs eta -- isolates hit-finding efficiency loss from pure acceptance falloff.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178" y="1292444"/>
            <a:ext cx="5809645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
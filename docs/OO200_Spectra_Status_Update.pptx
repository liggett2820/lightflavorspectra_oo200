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74" r:id="rId25"/>
    <p:sldId id="271" r:id="rId22"/>
    <p:sldId id="269" r:id="rId20"/>
    <p:sldId id="270" r:id="rId21"/>
    <p:sldId id="275" r:id="rId26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5" Type="http://schemas.openxmlformats.org/officeDocument/2006/relationships/slide" Target="slides/slide23.xml"/><Relationship Id="rId26" Type="http://schemas.openxmlformats.org/officeDocument/2006/relationships/slide" Target="slides/slide24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NHitsEta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Acceptance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image" Target="../media/plot_PresentEventQA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NPG GROUP MEETING  •  WEDNESDAY, JULY 15,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π/K/p Spectra Analysis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6060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Update: O+O Collisions &amp; Space Radiation Physics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4348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</a:t>
            </a:r>
            <a:endParaRPr lang="en-US" sz="1400" dirty="0"/>
          </a:p>
        </p:txBody>
      </p:sp>
      <p:pic>
        <p:nvPicPr>
          <p:cNvPr id="6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7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 &amp; Efficiency vs Eta</a:t>
            </a:r>
            <a:endParaRPr lang="en-US" sz="2800" dirty="0"/>
          </a:p>
        </p:txBody>
      </p:sp>
      <p:pic>
        <p:nvPicPr>
          <p:cNvPr id="4" name="Plot: PresentNHitsEta" descr="macros/PresentNHitsEt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9088" y="1210000"/>
            <a:ext cx="6985825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NHitsFit, NHitsMax, and their ratio vs eta -- isolates hit-finding efficiency loss from pure acceptance falloff.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Detector Acceptance: y &amp; Eta vs pT</a:t>
            </a:r>
            <a:endParaRPr lang="en-US" sz="2800" dirty="0"/>
          </a:p>
        </p:txBody>
      </p:sp>
      <p:pic>
        <p:nvPicPr>
          <p:cNvPr id="4" name="Plot: PresentAcceptance" descr="macros/PresentAcceptance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67178" y="1292444"/>
            <a:ext cx="5809645" cy="27651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130000"/>
            <a:ext cx="8138160" cy="45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Shows where the detector has rapidity-pT coverage -- explains which fitted-spectra bins end up empty.</a:t>
            </a:r>
            <a:endParaRPr lang="en-US" sz="13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PREVIEW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QA: Vertex, Multiplicity, Centrality</a:t>
            </a:r>
            <a:endParaRPr lang="en-US" sz="2800" dirty="0"/>
          </a:p>
        </p:txBody>
      </p:sp>
      <p:pic>
        <p:nvPicPr>
          <p:cNvPr id="4" name="Plot: PresentEventQA" descr="macros/PresentEventQA.C outpu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8703" y="1210000"/>
            <a:ext cx="6186593" cy="32791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02920" y="4494160"/>
            <a:ext cx="8138160" cy="2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023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Confirms the event sample looks reasonable before trusting any physics built on top of it.</a:t>
            </a:r>
            <a:endParaRPr lang="en-US" sz="1000" dirty="0"/>
          </a:p>
        </p:txBody>
      </p:sp>
      <p:pic>
        <p:nvPicPr>
          <p:cNvPr id="7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8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Text 5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WEEK'S UPDATES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 of Key Updates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3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13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Centrality: 6-bin scheme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6968" y="16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bins: 0-5%, 5-10%, 10-20%, 20-40%, 40-80%, 80-100%.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2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2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quality: NHitsFit &amp; NHitsMax QA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25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NHitsFit cut lowered to 10 (from 20) in order to recover forward tracks; restored the graduated split-track cut (fitMaxRatio=0.52), fixing an all-or-nothing integer-division bug found via QA.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02920" y="31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886968" y="31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&amp; vertex: tightened cut under test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86968" y="34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DCA tightened to 1cm to better match the TPC's own ~1mm DCA resolution; the radial (XY) vertex cut was also tightened, from 2cm to 1cm.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457200" y="3200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457200" y="56692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Finalizing Cuts &amp; Moving to ZFitter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5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886968" y="15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Finalize track &amp; event cuts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86968" y="18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Lock in the current NHitsFit, fitMaxRatio, DCA, and radial vertex cuts as final for this analysis.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02920" y="2900000"/>
            <a:ext cx="365760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886968" y="2900000"/>
            <a:ext cx="7799832" cy="370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Begin ZFitter spectra fits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86968" y="3290000"/>
            <a:ext cx="7799832" cy="5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Fit bin-by-bin in y and mT-m0: Gaussians for TPC dE/dx yields, Student's t distributions for TOF mass-squared yields.</a:t>
            </a:r>
            <a:endParaRPr lang="en-US" sz="1250" dirty="0"/>
          </a:p>
        </p:txBody>
      </p:sp>
      <p:pic>
        <p:nvPicPr>
          <p:cNvPr id="19" name="Image 0" descr="assets/ucdavis_seal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4709160"/>
            <a:ext cx="274320" cy="282092"/>
          </a:xfrm>
          <a:prstGeom prst="rect">
            <a:avLst/>
          </a:prstGeom>
        </p:spPr>
      </p:pic>
      <p:pic>
        <p:nvPicPr>
          <p:cNvPr id="20" name="Image 1" descr="assets/star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92440" y="4709160"/>
            <a:ext cx="379365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8549640" y="482803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22" name="Text 18"/>
          <p:cNvSpPr/>
          <p:nvPr/>
        </p:nvSpPr>
        <p:spPr>
          <a:xfrm>
            <a:off x="841248" y="4828032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B638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Andrew Liggett  •  July 15,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π/K/p Spectra Analysis -- Status Update</dc:title>
  <dc:subject>PptxGenJS Presentation</dc:subject>
  <dc:creator>Andrew Liggett</dc:creator>
  <cp:lastModifiedBy>Andrew Liggett</cp:lastModifiedBy>
  <cp:revision>1</cp:revision>
  <dcterms:created xsi:type="dcterms:W3CDTF">2026-07-03T21:54:30Z</dcterms:created>
  <dcterms:modified xsi:type="dcterms:W3CDTF">2026-07-03T21:54:30Z</dcterms:modified>
</cp:coreProperties>
</file>
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scheme, periphery restored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bins: 0-5%, 5-10%, 10-20%, 20-40%, 40-80%, 80-100% -- the 80-100% bin was previously dropped.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relaxed cuts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loosened to 1cm as a variation, not yet production; the actual z-vertex cut is unchanged at +/-2cm.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14,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
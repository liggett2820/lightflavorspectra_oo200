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TUESDAY, JULY 14,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radial (XY) vertex cut was also tightened, from 2cm to 1cm.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
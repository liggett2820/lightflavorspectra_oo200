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15,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to better match the TPC's own ~1mm DCA resolution; the radial (XY) vertex cut was also tightened, from 2cm to 1cm.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
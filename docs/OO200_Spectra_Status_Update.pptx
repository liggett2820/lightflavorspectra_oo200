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5" r:id="rId26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5" Type="http://schemas.openxmlformats.org/officeDocument/2006/relationships/slide" Target="slides/slide23.xml"/><Relationship Id="rId26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NHitsEta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15,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 &amp; Efficiency vs Eta</a:t>
            </a:r>
            <a:endParaRPr lang="en-US" sz="2800" dirty="0"/>
          </a:p>
        </p:txBody>
      </p:sp>
      <p:pic>
        <p:nvPicPr>
          <p:cNvPr id="4" name="Plot: PresentNHitsEta" descr="macros/PresentNHitsEt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088" y="1210000"/>
            <a:ext cx="6985825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NHitsMax, and their ratio vs eta -- isolates hit-finding efficiency loss from pure acceptance falloff.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178" y="1292444"/>
            <a:ext cx="5809645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3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13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6968" y="16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2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2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25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1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86968" y="31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86968" y="34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radial (XY) vertex cut was also tightened, from 2cm to 1cm.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Finalizing Cuts &amp; Moving to ZFitter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5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15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track &amp; event cuts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6968" y="18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Polish up the current NHitsFit, fitMaxRatio, DCA, and radial vertex cuts in order to be finalized.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9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9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ZFitter spectra fits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32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bin-by-bin in y and mT-m0: Gaussians for TPC dE/dx yields, Student's t distributions for TOF mass-squared yields.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
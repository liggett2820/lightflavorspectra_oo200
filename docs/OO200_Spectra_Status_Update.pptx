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2" r:id="rId23"/>
    <p:sldId id="273" r:id="rId24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ID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CalibrationQA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PhysicsOutput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8,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 ID: dE/dx &amp; Mass vs Momentum</a:t>
            </a:r>
            <a:endParaRPr lang="en-US" sz="2800" dirty="0"/>
          </a:p>
        </p:txBody>
      </p:sp>
      <p:pic>
        <p:nvPicPr>
          <p:cNvPr id="4" name="Plot: PresentPID" descr="macros/PresentPID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classic PID plots -- dE/dx (TPC) and time-of-flight mass (BTOF) for pion, kaon, and proton tracks.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2444"/>
            <a:ext cx="8138160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QA: dE/dx vs Bichsel Prediction</a:t>
            </a:r>
            <a:endParaRPr lang="en-US" sz="2800" dirty="0"/>
          </a:p>
        </p:txBody>
      </p:sp>
      <p:pic>
        <p:nvPicPr>
          <p:cNvPr id="4" name="Plot: PresentCalibrationQA" descr="macros/PresentCalibration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that the Bichsel-curve dE/dx prediction lines up with the data at each Vz calibration slice.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Yield: y vs mT-m0 (Pre-Fit)</a:t>
            </a:r>
            <a:endParaRPr lang="en-US" sz="2800" dirty="0"/>
          </a:p>
        </p:txBody>
      </p:sp>
      <p:pic>
        <p:nvPicPr>
          <p:cNvPr id="4" name="Plot: PresentPhysicsOutput" descr="macros/PresentPhysicsOutput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391" y="1250000"/>
            <a:ext cx="6929217" cy="28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raw input ZFitter fits bin-by-bin -- not a result yet, just the starting point for the spectra.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8,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8696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scheme, periphery restored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8696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Added the 80-100% peripheral bin (previously dropped); all downstream macros updated to match.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754880" y="155700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138928" y="155700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5138928" y="192784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8696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relaxed cuts under test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8696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loosened to 1cm as a variation, not yet production; the actual z-vertex cut is unchanged at +/-2cm.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754880" y="3017848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38928" y="3017848"/>
            <a:ext cx="359359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5138928" y="3388688"/>
            <a:ext cx="3593592" cy="7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14,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
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502920"/>
            <a:ext cx="1920240" cy="192024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44461" y="733349"/>
            <a:ext cx="1920240" cy="192024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200 GeV π/K/p Spectra Analysis Framework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Sliggett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35240" y="274320"/>
            <a:ext cx="777240" cy="7772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961681" y="367589"/>
            <a:ext cx="777240" cy="7772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41732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036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141732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4173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Migration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0" y="14173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Porting to the SL24y library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522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143000" y="196596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196596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Submission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0" y="196596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Stage 1 at production scale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008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143000" y="251460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251460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Build Working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69280" y="25146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ROOT5 / CINT compatibility fixes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0495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43000" y="306324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306324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306324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working today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6118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5981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43000" y="361188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36118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69280" y="361188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steps before first results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468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143000" y="4160520"/>
            <a:ext cx="7452360" cy="420624"/>
          </a:xfrm>
          <a:prstGeom prst="roundRect">
            <a:avLst>
              <a:gd name="adj" fmla="val 15217"/>
            </a:avLst>
          </a:prstGeom>
          <a:solidFill>
            <a:srgbClr val="F3F6FD"/>
          </a:solidFill>
          <a:ln/>
        </p:spPr>
      </p:sp>
      <p:sp>
        <p:nvSpPr>
          <p:cNvPr id="34" name="Text 32"/>
          <p:cNvSpPr/>
          <p:nvPr/>
        </p:nvSpPr>
        <p:spPr>
          <a:xfrm>
            <a:off x="1371600" y="416052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Next Steps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669280" y="4160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from here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COMPATIBILITY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the PicoDst Reader to the Right Library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3F6F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SL23a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Carried over from a different-energy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474720" y="14173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154533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801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SL24y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real production dataset's library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1005840" cy="1005840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646213" y="1583741"/>
            <a:ext cx="1005840" cy="100584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880360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666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33272" y="2825496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Re-vendored from STAR's own public source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33272" y="3136392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Pulled the SL24y class definitions directly from STAR's public repository rather than hand-editing the old ones.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538728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525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33272" y="3483864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Diffed every class against the old version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33272" y="3794760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almost everything was unchanged; only the eTOF good-event-flag data grew far more granular (108 → 1728 entries) and needed a small update at its one call site.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4197096"/>
            <a:ext cx="329184" cy="329184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1833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33272" y="4142232"/>
            <a:ext cx="7699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a small upstream gap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33272" y="4453128"/>
            <a:ext cx="7699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methods STAR's own header declares but never defines needed minimal implementations so the library links cleanly.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INFRASTRUCTURE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a Batch Path for the Full Production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LAPTOP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Stages 2–4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 fitting, corrections, and final spectra fits -- unchanged, still run locally exactly as before.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4173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/ RCF BATCH  —  NEW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30352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Raw-yield extraction, one job per species, against the full production file list -- too large to run in one local session.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9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931920" y="2834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files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back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with a star-submit job template + wrapper script, pointed at the correct production tag and library for this dataset.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SDCC Build Working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468880" cy="2606040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63500" dist="254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91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build issues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and fixed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46120" y="1463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runs an older ROOT version (via an interpreter called CINT) than my laptop's ROOT 6. Code that compiled fine locally didn't compile there.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233172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80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6472" y="2276856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Dictionary-generation ambiguities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76472" y="2587752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 of function-overload conflicts that only the older interpreter's build tooling saw.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990088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29763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76472" y="2935224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Unsupported modern C++ syntax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776472" y="324612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default-value patterns valid in a newer C++ standard, not accepted by the older toolchain.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46120" y="3648456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634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76472" y="359359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Declared-but-unimplemented methods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776472" y="3904488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handful of functions declared in headers but never written -- harmless on my laptop, fatal for the older linker.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Things Stand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270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133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15087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80160" y="15087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build works end-to-end -- all four analysis stages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9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280160" y="21945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SDCC build now compiles and links cleanly, too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4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51560" y="28803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280160" y="28803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PicoDst reader is on the correct STAR library for this dataset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5707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51560" y="35661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80160" y="35661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batch template is configured and ready to submit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70248"/>
            <a:ext cx="347472" cy="347472"/>
          </a:xfrm>
          <a:prstGeom prst="ellipse">
            <a:avLst/>
          </a:prstGeom>
          <a:solidFill>
            <a:srgbClr val="2F9E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56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51560" y="425196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280160" y="4251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an analysis note covering the dataset, cuts, PID approach, and pipeline (Word + LaTeX)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FIRST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Still Needed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catalog query resolves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Double-check the production/library pairing actually returns files before a full submission.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44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57800" y="1408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an efficiency file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57800" y="1719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an embedding-derived TPC/BTOF efficiency file for this dataset -- required for the corrections stage.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a few dataset-specific settings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ranges and rapidity cuts for the corrections stage have no valid default from prior datasets.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54203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528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7800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full production dataset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57800" y="279806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on SDCC, then stages 2–4 locally, to get the first real spectra.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2102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607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systematic uncertainties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05840" y="387705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real corrected spectra exist, run the standard cut-variation and efficiency-uncertainty studies.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lightflavorspectra_OO200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383280"/>
            <a:ext cx="1371600" cy="1371600"/>
          </a:xfrm>
          <a:prstGeom prst="ellipse">
            <a:avLst/>
          </a:prstGeom>
          <a:solidFill>
            <a:srgbClr val="CADCFC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34072" y="3547872"/>
            <a:ext cx="1371600" cy="1371600"/>
          </a:xfrm>
          <a:prstGeom prst="ellipse">
            <a:avLst/>
          </a:prstGeom>
          <a:solidFill>
            <a:srgbClr val="E8A33D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is built and validated end to 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milestone: produce the efficiency file, run the full production dataset, and bring the first O+O 200 GeV π/K/p spectra back to this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44932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46120"/>
            <a:ext cx="14493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build 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0844" y="3246120"/>
            <a:ext cx="135331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80844" y="324612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SDCC build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17036" y="324612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17036" y="32461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template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37276" y="3246120"/>
            <a:ext cx="22174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7276" y="3246120"/>
            <a:ext cx="22174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note (draft)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welcome any time.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lightflavorspectra_OO200 -- Status Update</dc:title>
  <dc:subject>PptxGenJS Presentation</dc:subject>
  <dc:creator>Andrew Sliggett</dc:creator>
  <cp:lastModifiedBy>Andrew Sliggett</cp:lastModifiedBy>
  <cp:revision>1</cp:revision>
  <dcterms:created xsi:type="dcterms:W3CDTF">2026-07-02T22:38:57Z</dcterms:created>
  <dcterms:modified xsi:type="dcterms:W3CDTF">2026-07-02T22:38:57Z</dcterms:modified>
</cp:coreProperties>
</file>
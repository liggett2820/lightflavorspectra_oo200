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37960" y="502920"/>
            <a:ext cx="1920240" cy="1920240"/>
          </a:xfrm>
          <a:prstGeom prst="ellipse">
            <a:avLst/>
          </a:prstGeom>
          <a:solidFill>
            <a:srgbClr val="CADCFC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44461" y="733349"/>
            <a:ext cx="1920240" cy="1920240"/>
          </a:xfrm>
          <a:prstGeom prst="ellipse">
            <a:avLst/>
          </a:prstGeom>
          <a:solidFill>
            <a:srgbClr val="E8A33D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8,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200 GeV π/K/p Spectra Analysis Framework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Sliggett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036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06424" y="1362456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physics goal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06424" y="1673352"/>
            <a:ext cx="3877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pion/kaon/proton spectra in O+O collisions at √sNN = 200 GeV, ColliderCenter geometry.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25856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2448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06424" y="2203704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lean, focused fork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06424" y="2514600"/>
            <a:ext cx="3877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Narrowed a multi-energy codebase down to just this dataset for fast, laptop-scale runs.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09981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0861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06424" y="3044952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Four-stage pipeline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06424" y="3355848"/>
            <a:ext cx="3877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yields → PID fits → corrections → final spectra fits (see right).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941064"/>
            <a:ext cx="402336" cy="40233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9273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06424" y="388620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this cycle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06424" y="4197096"/>
            <a:ext cx="3877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a batch-submission path so I can run the first stage on the full production dataset at SDCC, not just locally.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349240" y="1371600"/>
            <a:ext cx="1508760" cy="566928"/>
          </a:xfrm>
          <a:prstGeom prst="roundRect">
            <a:avLst>
              <a:gd name="adj" fmla="val 12903"/>
            </a:avLst>
          </a:prstGeom>
          <a:solidFill>
            <a:srgbClr val="F3F6FD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04104" y="140817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94960" y="137160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PicoBinner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966460" y="1920240"/>
            <a:ext cx="274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349240" y="2066544"/>
            <a:ext cx="150876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404104" y="21031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94960" y="206654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ZFitter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966460" y="2615184"/>
            <a:ext cx="274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49240" y="2761488"/>
            <a:ext cx="1508760" cy="566928"/>
          </a:xfrm>
          <a:prstGeom prst="roundRect">
            <a:avLst>
              <a:gd name="adj" fmla="val 12903"/>
            </a:avLst>
          </a:prstGeom>
          <a:solidFill>
            <a:srgbClr val="F3F6FD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404104" y="27980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94960" y="276148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RawSpectra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Modifier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966460" y="3310128"/>
            <a:ext cx="274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49240" y="3456432"/>
            <a:ext cx="150876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404104" y="349300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394960" y="345643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SpectraFitter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212080" y="41970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now runs on SDCC; stages 2–4 run locally on the output.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COMPATIBILITY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Migrated the PicoDst Reader to the Right Library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3F6FD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4533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SL23a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Carried over from a different-energy analysis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92608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474720" y="14173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0" y="154533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0" y="18013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SL24y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657600" y="2286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the real production dataset's library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23760" y="1463040"/>
            <a:ext cx="1005840" cy="1005840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646213" y="1583741"/>
            <a:ext cx="1005840" cy="1005840"/>
          </a:xfrm>
          <a:prstGeom prst="ellipse">
            <a:avLst/>
          </a:prstGeom>
          <a:solidFill>
            <a:srgbClr val="E8A33D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880360"/>
            <a:ext cx="329184" cy="329184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666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33272" y="2825496"/>
            <a:ext cx="7699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Re-vendored from STAR's own public source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33272" y="3136392"/>
            <a:ext cx="7699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Pulled the SL24y class definitions directly from STAR's public repository rather than hand-editing the old ones.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538728"/>
            <a:ext cx="329184" cy="329184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525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33272" y="3483864"/>
            <a:ext cx="7699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Diffed every class against the old version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033272" y="3794760"/>
            <a:ext cx="7699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almost everything was unchanged; only the eTOF good-event-flag data grew far more granular (108 → 1728 entries) and needed a small update at its one call site.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4197096"/>
            <a:ext cx="329184" cy="329184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41833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33272" y="4142232"/>
            <a:ext cx="7699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a small upstream gap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033272" y="4453128"/>
            <a:ext cx="7699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methods STAR's own header declares but never defines needed minimal implementations so the library links cleanly.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COMPUTING INFRASTRUCTURE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a Batch Path for the Full Production Dataset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LAPTOP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Stages 2–4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 fitting, corrections, and final spectra fits -- unchanged, still run locally exactly as before.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74920" y="141732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27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3035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/ RCF BATCH  —  NEW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03520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303520" y="2331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Raw-yield extraction, one job per species, against the full production file list -- too large to run in one local session.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9080" y="2377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931920" y="28346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files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moved back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Configured with a star-submit job template + wrapper script, pointed at the correct production tag and library for this dataset.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PART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 SDCC Build Working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468880" cy="2606040"/>
          </a:xfrm>
          <a:prstGeom prst="roundRect">
            <a:avLst>
              <a:gd name="adj" fmla="val 370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6916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685800" y="2788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build issues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and fixed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46120" y="146304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runs an older ROOT version (via an interpreter called CINT) than my laptop's ROOT 6. Code that compiled fine locally didn't compile there.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46120" y="2331720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3246120" y="23180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76472" y="2276856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Dictionary-generation ambiguities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776472" y="2587752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couple of function-overload conflicts that only the older interpreter's build tooling saw.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2990088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29763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76472" y="2935224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Unsupported modern C++ syntax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776472" y="324612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default-value patterns valid in a newer C++ standard, not accepted by the older toolchain.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46120" y="3648456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3634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76472" y="3593592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Declared-but-unimplemented methods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776472" y="3904488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handful of functions declared in headers but never written -- harmless on my laptop, fatal for the older linker.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Things Stand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270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133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51560" y="15087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80160" y="15087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local build works end-to-end -- all four analysis stages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91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51560" y="21945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280160" y="21945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SDCC build now compiles and links cleanly, too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849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51560" y="28803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80160" y="28803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PicoDst reader is on the correct STAR library for this dataset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5707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51560" y="35661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280160" y="35661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batch template is configured and ready to submit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2702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565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051560" y="42519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280160" y="4251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Drafted an analysis note covering the dataset, cuts, PID approach, and pipeline (Word + LaTeX)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FIRST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Still Needed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4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4081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catalog query resolves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05840" y="171907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Double-check the production/library pairing actually returns files before a full submission.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44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57800" y="14081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 an efficiency file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257800" y="171907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an embedding-derived TPC/BTOF efficiency file for this dataset -- required for the corrections stage.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54203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528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2487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Finalize a few dataset-specific settings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05840" y="2798064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Momentum ranges and rapidity cuts for the corrections stage have no valid default from prior datasets.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54203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2528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57800" y="2487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full production dataset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57800" y="2798064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on SDCC, then stages 2–4 locally, to get the first real spectra.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2102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607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05840" y="3566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systematic uncertainties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05840" y="3877056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real corrected spectra exist, run the standard cut-variation and efficiency-uncertainty studies.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383280"/>
            <a:ext cx="1371600" cy="1371600"/>
          </a:xfrm>
          <a:prstGeom prst="ellipse">
            <a:avLst/>
          </a:prstGeom>
          <a:solidFill>
            <a:srgbClr val="CADCFC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34072" y="3547872"/>
            <a:ext cx="1371600" cy="1371600"/>
          </a:xfrm>
          <a:prstGeom prst="ellipse">
            <a:avLst/>
          </a:prstGeom>
          <a:solidFill>
            <a:srgbClr val="E8A33D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 is built and validated end to end.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milestone: produce the efficiency file, run the full production dataset, and bring the first O+O 200 GeV π/K/p spectra back to this group.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449324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46120"/>
            <a:ext cx="14493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build 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80844" y="3246120"/>
            <a:ext cx="135331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80844" y="324612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build 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17036" y="324612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17036" y="324612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template 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37276" y="3246120"/>
            <a:ext cx="22174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37276" y="3246120"/>
            <a:ext cx="22174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note (draft)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welcome any time.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lightflavorspectra_OO200 -- Status Update</dc:title>
  <dc:subject>PptxGenJS Presentation</dc:subject>
  <dc:creator>Andrew Sliggett</dc:creator>
  <cp:lastModifiedBy>Andrew Sliggett</cp:lastModifiedBy>
  <cp:revision>1</cp:revision>
  <dcterms:created xsi:type="dcterms:W3CDTF">2026-07-02T22:36:44Z</dcterms:created>
  <dcterms:modified xsi:type="dcterms:W3CDTF">2026-07-02T22:36:44Z</dcterms:modified>
</cp:coreProperties>
</file>
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technical detail (library versions, class-by-class diff, specific fixes) is in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detail (job submission mechanics, XML config, catalog query) is in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technical detail (CINT/ROOT5 dictionary issues, C++ syntax fixes, specific unimplemented methods) is in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502920"/>
            <a:ext cx="1920240" cy="192024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44461" y="733349"/>
            <a:ext cx="1920240" cy="1920240"/>
          </a:xfrm>
          <a:prstGeom prst="ellipse">
            <a:avLst/>
          </a:prstGeom>
          <a:solidFill>
            <a:srgbClr val="E8A33D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NPG GROUP MEETING  •  WEDNESDAY, JULY 8,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Update: O+O 200 GeV π/K/p Spectra Analysis Framework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35240" y="274320"/>
            <a:ext cx="777240" cy="7772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61681" y="367589"/>
            <a:ext cx="777240" cy="77724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03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1417320"/>
            <a:ext cx="7452360" cy="420624"/>
          </a:xfrm>
          <a:prstGeom prst="roundRect">
            <a:avLst>
              <a:gd name="adj" fmla="val 15217"/>
            </a:avLst>
          </a:prstGeom>
          <a:solidFill>
            <a:srgbClr val="F3F6FD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173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the Data Reader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this dataset's official software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522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43000" y="1965960"/>
            <a:ext cx="7452360" cy="420624"/>
          </a:xfrm>
          <a:prstGeom prst="roundRect">
            <a:avLst>
              <a:gd name="adj" fmla="val 15217"/>
            </a:avLst>
          </a:prstGeom>
          <a:solidFill>
            <a:srgbClr val="F3F6F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9659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Up Our Computing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19659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the full dataset, not a sample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008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" y="2514600"/>
            <a:ext cx="7452360" cy="420624"/>
          </a:xfrm>
          <a:prstGeom prst="roundRect">
            <a:avLst>
              <a:gd name="adj" fmla="val 15217"/>
            </a:avLst>
          </a:prstGeom>
          <a:solidFill>
            <a:srgbClr val="F3F6FD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5146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Compatibility Snags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0" y="25146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everything running smoothly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495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43000" y="3063240"/>
            <a:ext cx="7452360" cy="420624"/>
          </a:xfrm>
          <a:prstGeom prst="roundRect">
            <a:avLst>
              <a:gd name="adj" fmla="val 15217"/>
            </a:avLst>
          </a:prstGeom>
          <a:solidFill>
            <a:srgbClr val="F3F6FD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0632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30632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working today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5981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3000" y="3611880"/>
            <a:ext cx="7452360" cy="420624"/>
          </a:xfrm>
          <a:prstGeom prst="roundRect">
            <a:avLst>
              <a:gd name="adj" fmla="val 15217"/>
            </a:avLst>
          </a:prstGeom>
          <a:solidFill>
            <a:srgbClr val="F3F6FD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6118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Still Needed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36118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steps before first results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468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43000" y="4160520"/>
            <a:ext cx="7452360" cy="420624"/>
          </a:xfrm>
          <a:prstGeom prst="roundRect">
            <a:avLst>
              <a:gd name="adj" fmla="val 15217"/>
            </a:avLst>
          </a:prstGeom>
          <a:solidFill>
            <a:srgbClr val="F3F6FD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41605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669280" y="41605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from here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COMPATIBILITY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the Data Reader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3F6F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453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Version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 different 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5453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801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this dataset exactly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1463040"/>
            <a:ext cx="1005840" cy="10058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46213" y="1583741"/>
            <a:ext cx="1005840" cy="100584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880360"/>
            <a:ext cx="329184" cy="32918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66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3272" y="2825496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right data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33272" y="3136392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dataset was produced with a newer version of STAR's official reader software, so I updated my analysis to match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538728"/>
            <a:ext cx="329184" cy="32918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25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3272" y="3483864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that nothing else changed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33272" y="3794760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the new and old versions carefully to confirm the update was purely a version change -- no impact on the physics.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197096"/>
            <a:ext cx="329184" cy="32918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833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3272" y="414223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end to end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33272" y="445312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now reads this dataset's files correctly, from raw data all the way through to final spectra.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AT FULL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Up Our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6FD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LAPTOP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Analysis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analysis still runs here, just like before.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COMPUTING CLUSTER — NEW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Runs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30352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data-heavy step now runs on a shared physics computing cluster, so I can process the entire dataset instead of a small sample.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3192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back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far more collisions analyzed, and much better statistics in the final results.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Some Compatibility Snags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468880" cy="260604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issues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and fixed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46120" y="14630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computing cluster runs older software than my laptop does. Getting my code to run there smoothly took some troubleshooting.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242316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24094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76472" y="236829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tools, newer code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76472" y="2679192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code needed small rewrites to work with the cluster's older software.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308152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30678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76472" y="302666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missing pieces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76472" y="33375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in a handful of gaps left over from earlier versions of the code.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373989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3726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76472" y="368503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tested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76472" y="3995928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everything builds and runs cleanly before moving on to real production runs.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Stand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347472" cy="347472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133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15087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5087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local build works end-to-end -- all four analysis stages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47472" cy="347472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91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1560" y="21945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21945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SDCC build now compiles and links cleanly, too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347472" cy="347472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4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51560" y="28803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0160" y="28803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PicoDst reader is on the correct STAR library for this dataset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347472" cy="347472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707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51560" y="35661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80160" y="35661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SDCC batch template is configured and ready to submit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70248"/>
            <a:ext cx="347472" cy="347472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565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51560" y="42519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80160" y="42519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 an analysis note covering the dataset, cuts, PID approach, and pipeline (Word + LaTeX)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FIRST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Still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9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408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catalog query resolves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Double-check the production/library pairing actually returns files before a full submission.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449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1408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an efficiency file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57800" y="17190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an embedding-derived TPC/BTOF efficiency file for this dataset -- required for the corrections stage.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28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a few dataset-specific settings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27980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ranges and rapidity cuts for the corrections stage have no valid default from prior datasets.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420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528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2487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full production dataset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7800" y="27980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on SDCC, then stages 2–4 locally, to get the first real spectra.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2102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073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systematic uncertainties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387705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real corrected spectra exist, run the standard cut-variation and efficiency-uncertainty studies.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383280"/>
            <a:ext cx="1371600" cy="137160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3547872"/>
            <a:ext cx="1371600" cy="1371600"/>
          </a:xfrm>
          <a:prstGeom prst="ellipse">
            <a:avLst/>
          </a:prstGeom>
          <a:solidFill>
            <a:srgbClr val="E8A33D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is built and validated end to end.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milestone: produce the efficiency file, run the full production dataset, and bring the first O+O 200 GeV π/K/p spectra back to this group.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449324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14493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build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80844" y="3246120"/>
            <a:ext cx="135331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0844" y="324612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SDCC build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17036" y="324612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7036" y="32461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template 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37276" y="3246120"/>
            <a:ext cx="22174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7276" y="3246120"/>
            <a:ext cx="22174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note (draft)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 any time.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429000"/>
            <a:ext cx="1280160" cy="128016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87107" y="3582619"/>
            <a:ext cx="1280160" cy="1280160"/>
          </a:xfrm>
          <a:prstGeom prst="ellipse">
            <a:avLst/>
          </a:prstGeom>
          <a:solidFill>
            <a:srgbClr val="E8A33D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Technical Detail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reference and questions -- not part of the main update.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PicoDst Reader Migration --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3F6F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453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SL23a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over from a different-energy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5453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801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SL24y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the real production dataset's library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1463040"/>
            <a:ext cx="1005840" cy="10058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46213" y="1583741"/>
            <a:ext cx="1005840" cy="100584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880360"/>
            <a:ext cx="329184" cy="32918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66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3272" y="2825496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Re-vendored from STAR's own public source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33272" y="3136392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Pulled the SL24y class definitions directly from STAR's public repository rather than hand-editing the old 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538728"/>
            <a:ext cx="329184" cy="32918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25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3272" y="3483864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Diffed every class against the old version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33272" y="3794760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almost everything was unchanged; only the eTOF good-event-flag data grew far more granular (108 → 1728 entries) and needed a small update at its one call site.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197096"/>
            <a:ext cx="329184" cy="32918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833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3272" y="414223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a small upstream gap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33272" y="445312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methods STAR's own header declares but never defines needed minimal implementations so the library links cleanly.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Infrastructure --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6FD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LAPTOP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2–4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fitting, corrections, and final spectra fits -- unchanged, still run locally exactly as before.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SDCC / RCF BATCH  —  NEW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Raw-yield extraction, one job per species, against the full production file list -- too large to run in one local session.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3192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files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back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with a star-submit job template + wrapper script, pointed at the correct production tag and library for this dataset.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Compatibility Fixes --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468880" cy="260604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build issues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and fixed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46120" y="14630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SDCC runs an older ROOT version (via an interpreter called CINT) than my laptop's ROOT 6. Code that compiled fine locally didn't compile there.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233172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23180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76472" y="227685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Dictionary-generation ambiguities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76472" y="2587752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couple of function-overload conflicts that only the older interpreter's build tooling saw.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99008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29763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76472" y="293522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modern C++ syntax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76472" y="324612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default-value patterns valid in a newer C++ standard, not accepted by the older toolchain.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364845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36347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76472" y="359359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Declared-but-unimplemented methods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76472" y="3904488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functions declared in headers but never written -- harmless on my laptop, fatal for the older linker.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lightflavorspectra_OO200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lightflavorspectra_OO200 -- Status Update</dc:title>
  <dc:subject>PptxGenJS Presentation</dc:subject>
  <dc:creator>Andrew Liggett</dc:creator>
  <cp:lastModifiedBy>Andrew Liggett</cp:lastModifiedBy>
  <cp:revision>1</cp:revision>
  <dcterms:created xsi:type="dcterms:W3CDTF">2026-07-02T22:46:44Z</dcterms:created>
  <dcterms:modified xsi:type="dcterms:W3CDTF">2026-07-02T22:46:44Z</dcterms:modified>
</cp:coreProperties>
</file>
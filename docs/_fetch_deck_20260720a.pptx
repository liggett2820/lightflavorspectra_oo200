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25"/>
    <p:sldId id="271" r:id="rId22"/>
    <p:sldId id="269" r:id="rId20"/>
    <p:sldId id="270" r:id="rId21"/>
    <p:sldId id="275" r:id="rId26"/>
    <p:sldId id="276" r:id="rId27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5" Type="http://schemas.openxmlformats.org/officeDocument/2006/relationships/slide" Target="slides/slide23.xml"/><Relationship Id="rId26" Type="http://schemas.openxmlformats.org/officeDocument/2006/relationships/slide" Target="slides/slide24.xml"/>  <Relationship Id="rId27" Type="http://schemas.openxmlformats.org/officeDocument/2006/relationships/slide" Target="slides/slide25.xml"/>
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NHitsEta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Acceptance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EventQA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plot_PresentZFitterSpectra_Pion_Cent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NPG GROUP MEETING  •  WEDNESDAY, JULY 15,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π/K/p Spectra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Update: O+O Collisions &amp; Space Radiation Physics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</a:t>
            </a:r>
            <a:endParaRPr lang="en-US" sz="1400" dirty="0"/>
          </a:p>
        </p:txBody>
      </p:sp>
      <p:pic>
        <p:nvPicPr>
          <p:cNvPr id="6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7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NHitsFit, NHitsMax &amp; Efficiency vs Eta</a:t>
            </a:r>
            <a:endParaRPr lang="en-US" sz="2800" dirty="0"/>
          </a:p>
        </p:txBody>
      </p:sp>
      <p:pic>
        <p:nvPicPr>
          <p:cNvPr id="4" name="Plot: PresentNHitsEta" descr="macros/PresentNHitsEta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88" y="1210000"/>
            <a:ext cx="6985825" cy="327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NHitsFit, NHitsMax, and their ratio vs eta -- isolates hit-finding efficiency loss from pure acceptance falloff.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Acceptance: y &amp; Eta vs pT</a:t>
            </a:r>
            <a:endParaRPr lang="en-US" sz="2800" dirty="0"/>
          </a:p>
        </p:txBody>
      </p:sp>
      <p:pic>
        <p:nvPicPr>
          <p:cNvPr id="4" name="Plot: PresentAcceptance" descr="macros/PresentAcceptance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178" y="1292444"/>
            <a:ext cx="5809645" cy="2765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130000"/>
            <a:ext cx="81381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where the detector has rapidity-pT coverage -- explains which fitted-spectra bins end up empty.</a:t>
            </a:r>
            <a:endParaRPr lang="en-US" sz="13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QA: Vertex, Multiplicity, Centrality</a:t>
            </a:r>
            <a:endParaRPr lang="en-US" sz="2800" dirty="0"/>
          </a:p>
        </p:txBody>
      </p:sp>
      <p:pic>
        <p:nvPicPr>
          <p:cNvPr id="4" name="Plot: PresentEventQA" descr="macros/PresentEventQA.C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703" y="1210000"/>
            <a:ext cx="6186593" cy="327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94160"/>
            <a:ext cx="81381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event sample looks reasonable before trusting any physics built on top of it.</a:t>
            </a:r>
            <a:endParaRPr lang="en-US" sz="1000" dirty="0"/>
          </a:p>
        </p:txBody>
      </p:sp>
      <p:pic>
        <p:nvPicPr>
          <p:cNvPr id="7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8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UPDATES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Key Updates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3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Centrality: 6-bin scheme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16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bins: 0-5%, 5-10%, 10-20%, 20-40%, 40-80%, 80-100%.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2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2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quality: NHitsFit &amp; NHitsMax QA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968" y="25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NHitsFit cut lowered to 10 (from 20) in order to recover forward tracks; restored the graduated split-track cut (fitMaxRatio=0.52), fixing an all-or-nothing integer-division bug found via QA.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1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31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 &amp; vertex: tightened cut under test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6968" y="34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DCA tightened to 1cm to better match the TPC's own ~1mm DCA resolution; the radial (XY) vertex cut was also tightened, from 2cm to 1cm.</a:t>
            </a:r>
            <a:endParaRPr lang="en-US" sz="1250" dirty="0"/>
          </a:p>
        </p:txBody>
      </p:sp>
      <p:pic>
        <p:nvPicPr>
          <p:cNvPr id="1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2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Finalizing Cuts &amp; Moving to ZFitter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5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track &amp; event cuts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18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up the current NHitsFit, fitMaxRatio, DCA, and radial vertex cuts in order to be finalized.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900000"/>
            <a:ext cx="36576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900000"/>
            <a:ext cx="7799832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ZFitter spectra fits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968" y="3290000"/>
            <a:ext cx="779983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bin-by-bin in y and mT-m0: Gaussians for TPC dE/dx yields, Student's t distributions for TOF mass-squared yields.</a:t>
            </a:r>
            <a:endParaRPr lang="en-US" sz="1250" dirty="0"/>
          </a:p>
        </p:txBody>
      </p:sp>
      <p:pic>
        <p:nvPicPr>
          <p:cNvPr id="1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2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 SPECTRA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Cut-Tuning Story: Where Things Stand</a:t>
            </a:r>
            <a:endParaRPr lang="en-US" sz="2800" dirty="0"/>
          </a:p>
        </p:txBody>
      </p:sp>
      <p:pic>
        <p:nvPicPr>
          <p:cNvPr id="4" name="Plot: PresentZFitterSpectra_Pion_Cent00" descr="macros/PresentZFitterSpectra.C output (pion, Cent0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000" y="1300000"/>
            <a:ext cx="4036800" cy="2307287"/>
          </a:xfrm>
          <a:prstGeom prst="rect">
            <a:avLst/>
          </a:prstGeom>
        </p:spPr>
      </p:pic>
      <p:sp>
        <p:nvSpPr>
          <p:cNvPr id="5" name="Text caption"/>
          <p:cNvSpPr/>
          <p:nvPr/>
        </p:nvSpPr>
        <p:spPr>
          <a:xfrm>
            <a:off x="4650000" y="3667287"/>
            <a:ext cx="4036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kern="0" dirty="0">
                <a:solidFill>
                  <a:srgbClr val="20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 spectra, Cent00. Cuts: significance ≥10σ, χ²/ndf ≤10 (applied 2026-07-20).</a:t>
            </a:r>
            <a:endParaRPr lang="en-US" sz="1000" dirty="0"/>
          </a:p>
        </p:txBody>
      </p:sp>
      <p:sp>
        <p:nvSpPr>
          <p:cNvPr id="6" name="Text heading"/>
          <p:cNvSpPr/>
          <p:nvPr/>
        </p:nvSpPr>
        <p:spPr>
          <a:xfrm>
            <a:off x="502920" y="2000000"/>
            <a:ext cx="3934048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significance &amp; χ²/ndf</a:t>
            </a:r>
            <a:endParaRPr lang="en-US" sz="1550" dirty="0"/>
          </a:p>
        </p:txBody>
      </p:sp>
      <p:sp>
        <p:nvSpPr>
          <p:cNvPr id="7" name="Text body"/>
          <p:cNvSpPr/>
          <p:nvPr/>
        </p:nvSpPr>
        <p:spPr>
          <a:xfrm>
            <a:off x="502920" y="2390000"/>
            <a:ext cx="3934048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min significance ≥10σ and max χ²/ndf ≤10 — cleaned up most of the spectra.</a:t>
            </a:r>
            <a:endParaRPr lang="en-US" sz="1250" dirty="0"/>
          </a:p>
        </p:txBody>
      </p:sp>
      <p:sp>
        <p:nvSpPr>
          <p:cNvPr id="8" name="Text question"/>
          <p:cNvSpPr/>
          <p:nvPr/>
        </p:nvSpPr>
        <p:spPr>
          <a:xfrm>
            <a:off x="457200" y="3990000"/>
            <a:ext cx="82296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these cuts (χ²/ndf ≤10, significance ≥10σ) good enough for finalized raw data, or is more tuning needed?</a:t>
            </a:r>
            <a:endParaRPr lang="en-US" sz="1400" dirty="0"/>
          </a:p>
        </p:txBody>
      </p:sp>
      <p:pic>
        <p:nvPicPr>
          <p:cNvPr id="9" name="Image 0" descr="assets/ucdavis_s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274320" cy="282092"/>
          </a:xfrm>
          <a:prstGeom prst="rect">
            <a:avLst/>
          </a:prstGeom>
        </p:spPr>
      </p:pic>
      <p:pic>
        <p:nvPicPr>
          <p:cNvPr id="10" name="Image 1" descr="assets/st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709160"/>
            <a:ext cx="379365" cy="292608"/>
          </a:xfrm>
          <a:prstGeom prst="rect">
            <a:avLst/>
          </a:prstGeom>
        </p:spPr>
      </p:pic>
      <p:sp>
        <p:nvSpPr>
          <p:cNvPr id="11" name="Text pagenum"/>
          <p:cNvSpPr/>
          <p:nvPr/>
        </p:nvSpPr>
        <p:spPr>
          <a:xfrm>
            <a:off x="854964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credit"/>
          <p:cNvSpPr/>
          <p:nvPr/>
        </p:nvSpPr>
        <p:spPr>
          <a:xfrm>
            <a:off x="841248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5B6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Liggett  •  July 20,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π/K/p Spectra Analysis -- Status Update</dc:title>
  <dc:subject>PptxGenJS Presentation</dc:subject>
  <dc:creator>Andrew Liggett</dc:creator>
  <cp:lastModifiedBy>Andrew Liggett</cp:lastModifiedBy>
  <cp:revision>1</cp:revision>
  <dcterms:created xsi:type="dcterms:W3CDTF">2026-07-03T21:54:30Z</dcterms:created>
  <dcterms:modified xsi:type="dcterms:W3CDTF">2026-07-03T21:54:30Z</dcterms:modified>
</cp:coreProperties>
</file>